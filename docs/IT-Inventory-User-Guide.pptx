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a84ffa5-24a1-4a57-cf4f-a175a4f08661}">
          <p14:sldIdLst>
            <p14:sldId id="256"/>
            <p14:sldId id="257"/>
            <p14:sldId id="258"/>
          </p14:sldIdLst>
        </p14:section>
        <p14:section name="Getting started" id="{97cea535-1bd7-16dd-0ea8-7cf4f9c5f977}">
          <p14:sldIdLst>
            <p14:sldId id="259"/>
            <p14:sldId id="260"/>
            <p14:sldId id="261"/>
            <p14:sldId id="262"/>
            <p14:sldId id="263"/>
          </p14:sldIdLst>
        </p14:section>
        <p14:section name="Devices" id="{92484f08-8658-6620-4fbc-d190d3cf33e3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Employees" id="{3db88514-b403-0069-35e5-3459bff722f8}">
          <p14:sldIdLst>
            <p14:sldId id="270"/>
            <p14:sldId id="271"/>
          </p14:sldIdLst>
        </p14:section>
        <p14:section name="Requests" id="{82194282-ee00-a25e-6ec2-597686ea3ca9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Audit &amp; administration" id="{78cf73f3-77e1-57fc-0c4d-4ceb16bffb3d}">
          <p14:sldIdLst>
            <p14:sldId id="278"/>
            <p14:sldId id="279"/>
            <p14:sldId id="280"/>
            <p14:sldId id="281"/>
            <p14:sldId id="282"/>
          </p14:sldIdLst>
        </p14:section>
        <p14:section name="Tips &amp; help" id="{bf4ffb3c-7cb8-3883-3944-215a004997c7}">
          <p14:sldIdLst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guide walks IT Support staff through the IT Inventory system: signing in, the dashboard, devices, employees, requests, the audit log and the Super Admin tools. Screens shown use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 Everything is for both roles except the master data and user account slides near the end of part 5, which are for the Super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only two roles, and both are IT staff. The Super Admin owns the master data and accounts. Admins do the daily work. Employees never log in: when someone needs a device or reports a problem, IT files the request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in with your work email and the password the Super Admin gave you. Disabled accounts cannot sign in. Repeated wrong passwords are briefly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page has the same frame: menu on the left, page title and main buttons at the top. On a phone the menu folds behind the button at the top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each day here. The tiles are shortcuts: clicking "Available" opens the device list filtered to available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company filter only changes what you see, not what you are allowed to do. Device pages and forms still work across companies so you can lend equipment.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tags are unique labels generated by the system, for example LT-0001 for the first laptop. Stick the tag on the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fields that make sense for the type are shown; a monitor has no processor field. Required fields are marked with an asterisk.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Brands, models, processors, memory, storage, operating systems, colors, suppliers, departments and positions all come from shared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the PO file name in the Purchase box to open the purchase order. To replace or remove it, use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Assign and Return for quick, direct hand-overs. Use requests when something needs approval or an outcome, such as repairs and lost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are never deleted, so their history stays complete. Untick "Active employee" when someone leaves; they disappear from the dropdowns.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is the decision; completion is the physical outcome. For example, approve a repair when the laptop goes to the repair shop, complete it when it comes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Shortcut: on an employee's profile, the Repair, Damaged, Lost and Return buttons next to each device open this form already filled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Requests from the menu. The list shows open requests by default; use the tabs for completed, rejected or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new-device request the panel asks only for the device to assign. Matching types are listed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keeps the audit trail trustworthy: nobody signs off their own new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the log can be edited or deleted. It records sign-ins, device changes, hand-overs, requests, PO uploads and master data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 Data is in the Super Admin part of the menu. Admins get "Access restricted" if they open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these lists tidy keeps reports clean. Deactivate old models rather than deleting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Linking an account to the person's employee record is what enables the own-request rule, so always link IT staff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works in any modern browser and on phones and tablets. On a phone, tap the menu button at the top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permanently deleted in daily use, so mistakes can always be corrected and are traceable.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Keep this guide handy; the developer documentation is in docs/DEVELOPER_GUIDE.md for the technical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394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7D2F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834640"/>
            <a:ext cx="74980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0E7FF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IT Inventory  ·  User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IT Inventory User Guide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Track every device, employee and request across all your companies. For IT Support staff: Super Admin and Admin.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5B4FC"/>
                </a:solidFill>
              </a:rPr>
              <a:t>IT ASSET MANAGEMENT</a:t>
            </a:r>
            <a:endParaRPr lang="en-US" sz="1300" dirty="0"/>
          </a:p>
        </p:txBody>
      </p:sp>
      <p:sp>
        <p:nvSpPr>
          <p:cNvPr id="5" name="Frame 02-dashboard"/>
          <p:cNvSpPr/>
          <p:nvPr/>
        </p:nvSpPr>
        <p:spPr>
          <a:xfrm>
            <a:off x="6199632" y="1353312"/>
            <a:ext cx="5522976" cy="3499866"/>
          </a:xfrm>
          <a:prstGeom prst="roundRect">
            <a:avLst>
              <a:gd name="adj" fmla="val 2613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6" name="Screenshot 02-dashboard" descr="IT Inventory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17320"/>
            <a:ext cx="5394960" cy="33718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Version 1.0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this guide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154680" y="16916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5B4FC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Getting started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620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Signing in, the screen layout, the dashboard and switching companies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8516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03720" y="16916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5B4FC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Devices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8620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Logging devices, specs, PO files, assigning and returning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4173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8516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652760" y="16916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5B4FC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Employees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8620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Employee records, the devices they hold and their history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384048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154680" y="41148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5B4FC"/>
                </a:solidFill>
              </a:rPr>
              <a:t>04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Requests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2852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New devices, repairs, damage, lost and return reports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4297680" y="384048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27482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03720" y="41148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5B4FC"/>
                </a:solidFill>
              </a:rPr>
              <a:t>05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 &amp; administration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0" y="52852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Audit log for everyone; master data and accounts for the Super Admin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8046720" y="384048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321040" y="4114800"/>
            <a:ext cx="640080" cy="6400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27482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652760" y="41148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5B4FC"/>
                </a:solidFill>
              </a:rPr>
              <a:t>06</a:t>
            </a:r>
            <a:endParaRPr lang="en-US" sz="2200" dirty="0"/>
          </a:p>
        </p:txBody>
      </p:sp>
      <p:sp>
        <p:nvSpPr>
          <p:cNvPr id="37" name="Text 29"/>
          <p:cNvSpPr txBox="1"/>
          <p:nvPr/>
        </p:nvSpPr>
        <p:spPr>
          <a:xfrm>
            <a:off x="832104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Tips &amp; help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8321040" y="52852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Dark mode, phones and answers to common questions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Two roles, both IT Support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64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Super Admin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075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Head of IT / system owner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9748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Everything an Admin can do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Maintains master data: companies, device types and asset-tag prefixes, every dropdown list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Can type a brand-new dropdown value while filling a form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Creates and manages user accounts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Can process any request, including their own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45352" y="1371600"/>
            <a:ext cx="5394960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65392" y="1645920"/>
            <a:ext cx="731520" cy="7315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79792" y="1664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Admin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7479792" y="2075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IT Support staff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11112" y="269748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Logs devices and employees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Assigns, returns and changes device status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Files requests for employees and processes them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Views and exports the audit log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Picks dropdown values from the lists only; cannot approve requests for their own devices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Employees do not sign in. IT Support files requests on their behalf.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834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01  Getting started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Sign in, learn the layout, and choose which company you are looking at.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052560" y="210312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Signing in</a:t>
            </a:r>
            <a:endParaRPr lang="en-US" sz="3000" dirty="0"/>
          </a:p>
        </p:txBody>
      </p:sp>
      <p:sp>
        <p:nvSpPr>
          <p:cNvPr id="3" name="Frame 01-login"/>
          <p:cNvSpPr/>
          <p:nvPr/>
        </p:nvSpPr>
        <p:spPr>
          <a:xfrm>
            <a:off x="484632" y="1307592"/>
            <a:ext cx="7077456" cy="4471416"/>
          </a:xfrm>
          <a:prstGeom prst="roundRect">
            <a:avLst>
              <a:gd name="adj" fmla="val 2045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01-login" descr="Sign-in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09560" y="14173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348472" y="139903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Open the system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348472" y="1728216"/>
            <a:ext cx="331012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Use the address IT gave you (bookmark it).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362835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48472" y="2344547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Enter email and password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348472" y="2673731"/>
            <a:ext cx="331012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Use the eye icon to check what you typed. Tick "Keep me signed in" on your own computer only.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350678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348472" y="348850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Forgot your password?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348472" y="3817684"/>
            <a:ext cx="331012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Ask the Super Admin to set a new one in User Accounts.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4452303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348472" y="4434015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Light or dark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348472" y="4763199"/>
            <a:ext cx="331012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The moon/sun button switches the theme; the system remembers your choice.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Finding your way around</a:t>
            </a:r>
            <a:endParaRPr lang="en-US" sz="3000" dirty="0"/>
          </a:p>
        </p:txBody>
      </p:sp>
      <p:sp>
        <p:nvSpPr>
          <p:cNvPr id="3" name="Frame 02-dashboard"/>
          <p:cNvSpPr/>
          <p:nvPr/>
        </p:nvSpPr>
        <p:spPr>
          <a:xfrm>
            <a:off x="484632" y="1261872"/>
            <a:ext cx="7717536" cy="4871466"/>
          </a:xfrm>
          <a:prstGeom prst="roundRect">
            <a:avLst>
              <a:gd name="adj" fmla="val 1877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02-dashboard" descr="Dashboard with numbered are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589520" cy="4743450"/>
          </a:xfrm>
          <a:prstGeom prst="rect">
            <a:avLst/>
          </a:prstGeom>
        </p:spPr>
      </p:pic>
      <p:sp>
        <p:nvSpPr>
          <p:cNvPr id="5" name="Marker 1"/>
          <p:cNvSpPr txBox="1"/>
          <p:nvPr/>
        </p:nvSpPr>
        <p:spPr>
          <a:xfrm>
            <a:off x="1589227" y="1839944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Marker 2"/>
          <p:cNvSpPr txBox="1"/>
          <p:nvPr/>
        </p:nvSpPr>
        <p:spPr>
          <a:xfrm>
            <a:off x="1551280" y="3049524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Marker 3"/>
          <p:cNvSpPr txBox="1"/>
          <p:nvPr/>
        </p:nvSpPr>
        <p:spPr>
          <a:xfrm>
            <a:off x="6013917" y="1536363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Marker 4"/>
          <p:cNvSpPr txBox="1"/>
          <p:nvPr/>
        </p:nvSpPr>
        <p:spPr>
          <a:xfrm>
            <a:off x="1589227" y="5278945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13716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942832" y="135331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Viewing company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942832" y="1682496"/>
            <a:ext cx="271576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Pick one company to filter every list and the dashboard, or "All companies".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2515553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942832" y="2497265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Menu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942832" y="2826449"/>
            <a:ext cx="2715768" cy="102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Dashboard, Devices, Employees, Requests (red count = pending), New Request, Audit Logs. Super Admins also see Master Data and User Accounts.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405638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942832" y="403809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Page header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942832" y="4367276"/>
            <a:ext cx="271576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Page name, the company badge when filtered, and the page's main buttons.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5200333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942832" y="5182045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Your account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942832" y="5511229"/>
            <a:ext cx="271576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Your role, "My devices", Log out and the light/dark switch. Always at the bottom.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dashboard</a:t>
            </a:r>
            <a:endParaRPr lang="en-US" sz="3000" dirty="0"/>
          </a:p>
        </p:txBody>
      </p:sp>
      <p:sp>
        <p:nvSpPr>
          <p:cNvPr id="3" name="Frame 02-dashboard"/>
          <p:cNvSpPr/>
          <p:nvPr/>
        </p:nvSpPr>
        <p:spPr>
          <a:xfrm>
            <a:off x="484632" y="1261872"/>
            <a:ext cx="7717536" cy="4871466"/>
          </a:xfrm>
          <a:prstGeom prst="roundRect">
            <a:avLst>
              <a:gd name="adj" fmla="val 1877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02-dashboard" descr="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589520" cy="4743450"/>
          </a:xfrm>
          <a:prstGeom prst="rect">
            <a:avLst/>
          </a:prstGeom>
        </p:spPr>
      </p:pic>
      <p:sp>
        <p:nvSpPr>
          <p:cNvPr id="5" name="Marker 1"/>
          <p:cNvSpPr txBox="1"/>
          <p:nvPr/>
        </p:nvSpPr>
        <p:spPr>
          <a:xfrm>
            <a:off x="2879446" y="2100834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Marker 2"/>
          <p:cNvSpPr txBox="1"/>
          <p:nvPr/>
        </p:nvSpPr>
        <p:spPr>
          <a:xfrm>
            <a:off x="6750101" y="2100834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Marker 3"/>
          <p:cNvSpPr txBox="1"/>
          <p:nvPr/>
        </p:nvSpPr>
        <p:spPr>
          <a:xfrm>
            <a:off x="3714293" y="3002090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Marker 4"/>
          <p:cNvSpPr txBox="1"/>
          <p:nvPr/>
        </p:nvSpPr>
        <p:spPr>
          <a:xfrm>
            <a:off x="3486607" y="3808476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9" name="Marker 5"/>
          <p:cNvSpPr txBox="1"/>
          <p:nvPr/>
        </p:nvSpPr>
        <p:spPr>
          <a:xfrm>
            <a:off x="6962607" y="3775272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13716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942832" y="135331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Summary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942832" y="1682496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Devices in view, how many are ready to issue and requests waiting.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2262251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942832" y="2243963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Fleet mix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942832" y="2573147"/>
            <a:ext cx="2715768" cy="235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Share of devices by status.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2954465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942832" y="2936177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Status tiles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8942832" y="3265361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Click a tile to open the matching filtered list.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384511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942832" y="3826828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Open requests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8942832" y="4156012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Pending and approved requests; click one to act on it.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503920" y="4735767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942832" y="4717479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Devices by type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8942832" y="5046663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Scroll down for warranties ending soon and the per-company table.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Working with several companies</a:t>
            </a:r>
            <a:endParaRPr lang="en-US" sz="3000" dirty="0"/>
          </a:p>
        </p:txBody>
      </p:sp>
      <p:sp>
        <p:nvSpPr>
          <p:cNvPr id="3" name="Frame 03-dashboard-scoped"/>
          <p:cNvSpPr/>
          <p:nvPr/>
        </p:nvSpPr>
        <p:spPr>
          <a:xfrm>
            <a:off x="4645152" y="1307592"/>
            <a:ext cx="7031736" cy="4442841"/>
          </a:xfrm>
          <a:prstGeom prst="roundRect">
            <a:avLst>
              <a:gd name="adj" fmla="val 2058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03-dashboard-scoped" descr="Dashboard filtered to one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71600"/>
            <a:ext cx="6903720" cy="43148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3886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Choose a company in "Viewing company"; the dashboard, lists and audit log show only that company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 badge with the company code appears next to every page title while filtered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New devices and employees default to that company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Choose "All companies" to see the By company summary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 device can be lent to someone in another company; the system records it as a loan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834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02  Devices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Log equipment, keep specs and the purchase order on file, and hand devices out.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052560" y="210312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device list</a:t>
            </a:r>
            <a:endParaRPr lang="en-US" sz="3000" dirty="0"/>
          </a:p>
        </p:txBody>
      </p:sp>
      <p:sp>
        <p:nvSpPr>
          <p:cNvPr id="3" name="Frame 04-devices"/>
          <p:cNvSpPr/>
          <p:nvPr/>
        </p:nvSpPr>
        <p:spPr>
          <a:xfrm>
            <a:off x="484632" y="1307592"/>
            <a:ext cx="7077456" cy="4471416"/>
          </a:xfrm>
          <a:prstGeom prst="roundRect">
            <a:avLst>
              <a:gd name="adj" fmla="val 2045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04-devices" descr="Device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095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FIND A DEVICE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76479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 by asset tag, brand, model, serial number or IMEI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Filter by type and status, then Filter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Click any row to open the device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STATUSES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395935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Available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89720" y="39410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in stock, ready to issue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32511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Assigned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43068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with an employee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6908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In repair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89720" y="46725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sent for repair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505663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Damaged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50383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needs a decision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542239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</a:rPr>
              <a:t>Lost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54041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reported lost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578815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Retired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57698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out of service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Logging a new device</a:t>
            </a:r>
            <a:endParaRPr lang="en-US" sz="3000" dirty="0"/>
          </a:p>
        </p:txBody>
      </p:sp>
      <p:sp>
        <p:nvSpPr>
          <p:cNvPr id="3" name="Frame 05-device-form"/>
          <p:cNvSpPr/>
          <p:nvPr/>
        </p:nvSpPr>
        <p:spPr>
          <a:xfrm>
            <a:off x="484632" y="1261872"/>
            <a:ext cx="7717536" cy="4871466"/>
          </a:xfrm>
          <a:prstGeom prst="roundRect">
            <a:avLst>
              <a:gd name="adj" fmla="val 1877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05-device-form" descr="Log New Device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589520" cy="4743450"/>
          </a:xfrm>
          <a:prstGeom prst="rect">
            <a:avLst/>
          </a:prstGeom>
        </p:spPr>
      </p:pic>
      <p:sp>
        <p:nvSpPr>
          <p:cNvPr id="5" name="Marker 1"/>
          <p:cNvSpPr txBox="1"/>
          <p:nvPr/>
        </p:nvSpPr>
        <p:spPr>
          <a:xfrm>
            <a:off x="4981743" y="2409158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Marker 2"/>
          <p:cNvSpPr txBox="1"/>
          <p:nvPr/>
        </p:nvSpPr>
        <p:spPr>
          <a:xfrm>
            <a:off x="4116537" y="2674791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Marker 3"/>
          <p:cNvSpPr txBox="1"/>
          <p:nvPr/>
        </p:nvSpPr>
        <p:spPr>
          <a:xfrm>
            <a:off x="5338450" y="2674791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Marker 4"/>
          <p:cNvSpPr txBox="1"/>
          <p:nvPr/>
        </p:nvSpPr>
        <p:spPr>
          <a:xfrm>
            <a:off x="2811140" y="3889115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13716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942832" y="135331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Company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942832" y="1682496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Which company owns (paid for) the device.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2317115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942832" y="2298827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Type: tag is automatic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942832" y="2628011"/>
            <a:ext cx="271576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Choosing the type creates the asset tag, e.g. LT-0004, and shows the right spec fields.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346106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942832" y="344278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Brand, then model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942832" y="3771964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The model list only shows that brand's models.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4406583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942832" y="4388295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Specs and purchase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942832" y="4717479"/>
            <a:ext cx="271576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Processor, memory, storage, OS, extra specs, warranty, supplier and the PO file. Then Save Device.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Searchable dropdowns</a:t>
            </a:r>
            <a:endParaRPr lang="en-US" sz="3000" dirty="0"/>
          </a:p>
        </p:txBody>
      </p:sp>
      <p:sp>
        <p:nvSpPr>
          <p:cNvPr id="3" name="Frame 06-dropdown"/>
          <p:cNvSpPr/>
          <p:nvPr/>
        </p:nvSpPr>
        <p:spPr>
          <a:xfrm>
            <a:off x="484632" y="1307592"/>
            <a:ext cx="5614416" cy="2087445"/>
          </a:xfrm>
          <a:prstGeom prst="roundRect">
            <a:avLst>
              <a:gd name="adj" fmla="val 4380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06-dropdown" descr="Model dropdown filtered by br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1959429"/>
          </a:xfrm>
          <a:prstGeom prst="rect">
            <a:avLst/>
          </a:prstGeom>
        </p:spPr>
      </p:pic>
      <p:sp>
        <p:nvSpPr>
          <p:cNvPr id="5" name="Frame 23-admin-no-match"/>
          <p:cNvSpPr/>
          <p:nvPr/>
        </p:nvSpPr>
        <p:spPr>
          <a:xfrm>
            <a:off x="6245352" y="1307592"/>
            <a:ext cx="5458968" cy="1623946"/>
          </a:xfrm>
          <a:prstGeom prst="roundRect">
            <a:avLst>
              <a:gd name="adj" fmla="val 5631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6" name="Screenshot 23-admin-no-match" descr="Admin typing a value that is not in the 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330952" cy="14959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5902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Type a few letters to filter the options, then pick one.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4590288"/>
            <a:ext cx="5330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Admins: if a value is missing, ask the Super Admin to add it to the master data.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Super Admins can type a new value; it becomes an option for everyone when the form is saved. This keeps names consistent (no "Dell" vs "DELL" vs "Dell Inc.").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device page</a:t>
            </a:r>
            <a:endParaRPr lang="en-US" sz="3000" dirty="0"/>
          </a:p>
        </p:txBody>
      </p:sp>
      <p:sp>
        <p:nvSpPr>
          <p:cNvPr id="3" name="Frame 07-device-detail"/>
          <p:cNvSpPr/>
          <p:nvPr/>
        </p:nvSpPr>
        <p:spPr>
          <a:xfrm>
            <a:off x="484632" y="1261872"/>
            <a:ext cx="7717536" cy="4871466"/>
          </a:xfrm>
          <a:prstGeom prst="roundRect">
            <a:avLst>
              <a:gd name="adj" fmla="val 1877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07-device-detail" descr="Device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589520" cy="4743450"/>
          </a:xfrm>
          <a:prstGeom prst="rect">
            <a:avLst/>
          </a:prstGeom>
        </p:spPr>
      </p:pic>
      <p:sp>
        <p:nvSpPr>
          <p:cNvPr id="5" name="Marker 1"/>
          <p:cNvSpPr txBox="1"/>
          <p:nvPr/>
        </p:nvSpPr>
        <p:spPr>
          <a:xfrm>
            <a:off x="4822363" y="1536363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Marker 2"/>
          <p:cNvSpPr txBox="1"/>
          <p:nvPr/>
        </p:nvSpPr>
        <p:spPr>
          <a:xfrm>
            <a:off x="2651760" y="2338007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Marker 3"/>
          <p:cNvSpPr txBox="1"/>
          <p:nvPr/>
        </p:nvSpPr>
        <p:spPr>
          <a:xfrm>
            <a:off x="5771053" y="1915839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Marker 4"/>
          <p:cNvSpPr txBox="1"/>
          <p:nvPr/>
        </p:nvSpPr>
        <p:spPr>
          <a:xfrm>
            <a:off x="4602267" y="4045648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13716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942832" y="135331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Actions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942832" y="1682496"/>
            <a:ext cx="271576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Return, File Request, Change Status, Edit (Assign appears when in stock).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2515553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942832" y="2497265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Details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942832" y="2826449"/>
            <a:ext cx="271576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Company, tag, serial, specs; below: current holder, purchase info and PO file.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3659505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942832" y="3641217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Assignment history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942832" y="3970401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Who had it, when, who issued it, condition out and in.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46050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942832" y="458673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Requests and audit trail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942832" y="4915916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Every request and every change, with who and when.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Assign, return and change status</a:t>
            </a:r>
            <a:endParaRPr lang="en-US" sz="3000" dirty="0"/>
          </a:p>
        </p:txBody>
      </p:sp>
      <p:sp>
        <p:nvSpPr>
          <p:cNvPr id="3" name="Frame 08-assign-modal"/>
          <p:cNvSpPr/>
          <p:nvPr/>
        </p:nvSpPr>
        <p:spPr>
          <a:xfrm>
            <a:off x="484632" y="1307592"/>
            <a:ext cx="5980176" cy="3785616"/>
          </a:xfrm>
          <a:prstGeom prst="roundRect">
            <a:avLst>
              <a:gd name="adj" fmla="val 2415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08-assign-modal" descr="Assign device dia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52160" cy="365760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417320"/>
          <a:ext cx="49194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65376"/>
                <a:gridCol w="18653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Button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 it when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Assign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Handing an in-stock device to someone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Assigned; history row opened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Return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The device comes back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History closed; choose stock, repair, damaged, lost or retired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Change Status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Status changes but holder stays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e.g. Assigned to In repair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File Request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Repair, damage, lost or return needs approval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Opens the request form, pre-filled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2578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Employees of the device's company are listed first. Choosing someone from another company records the hand-over as a loan.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834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03  Employees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The people devices are issued to, in every company.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052560" y="210312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Employee list and profile</a:t>
            </a:r>
            <a:endParaRPr lang="en-US" sz="3000" dirty="0"/>
          </a:p>
        </p:txBody>
      </p:sp>
      <p:sp>
        <p:nvSpPr>
          <p:cNvPr id="3" name="Frame 09-employees"/>
          <p:cNvSpPr/>
          <p:nvPr/>
        </p:nvSpPr>
        <p:spPr>
          <a:xfrm>
            <a:off x="484632" y="1307592"/>
            <a:ext cx="5477256" cy="3471291"/>
          </a:xfrm>
          <a:prstGeom prst="roundRect">
            <a:avLst>
              <a:gd name="adj" fmla="val 2634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09-employees" descr="Employee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49240" cy="3343275"/>
          </a:xfrm>
          <a:prstGeom prst="rect">
            <a:avLst/>
          </a:prstGeom>
        </p:spPr>
      </p:pic>
      <p:sp>
        <p:nvSpPr>
          <p:cNvPr id="5" name="Frame 10-employee-detail"/>
          <p:cNvSpPr/>
          <p:nvPr/>
        </p:nvSpPr>
        <p:spPr>
          <a:xfrm>
            <a:off x="6227064" y="1307592"/>
            <a:ext cx="5477256" cy="3471291"/>
          </a:xfrm>
          <a:prstGeom prst="roundRect">
            <a:avLst>
              <a:gd name="adj" fmla="val 2634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6" name="Screenshot 10-employee-detail" descr="Employee prof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371600"/>
            <a:ext cx="5349240" cy="33432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8920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LIST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193792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Search by ID, name or email; filter by department. "Add Employee" for new staff; department, company and position come from the lists.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6291072" y="48920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PROFILE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91072" y="5193792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Devices held with quick Repair / Damaged / Lost / Return buttons, device history, all requests and the audit trail. Deactivate leavers instead of deleting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834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04  Requests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New devices, repairs, damage, lost and return reports, with an approval trail.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052560" y="210312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a request moves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2400E"/>
                </a:solidFill>
              </a:rPr>
              <a:t>Pending</a:t>
            </a:r>
            <a:endParaRPr lang="en-US" sz="17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2400E"/>
                </a:solidFill>
              </a:rPr>
              <a:t>filed by an admin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910328" y="169164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369A1"/>
                </a:solidFill>
              </a:rPr>
              <a:t>Approved</a:t>
            </a:r>
            <a:endParaRPr lang="en-US" sz="17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369A1"/>
                </a:solidFill>
              </a:rPr>
              <a:t>by another admin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997696" y="169164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7857"/>
                </a:solidFill>
              </a:rPr>
              <a:t>Completed</a:t>
            </a:r>
            <a:endParaRPr lang="en-US" sz="17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47857"/>
                </a:solidFill>
              </a:rPr>
              <a:t>outcome applied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E123C"/>
                </a:solidFill>
              </a:rPr>
              <a:t>Rejected</a:t>
            </a:r>
            <a:endParaRPr lang="en-US" sz="17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E123C"/>
                </a:solidFill>
              </a:rPr>
              <a:t>reason required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324612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4155"/>
                </a:solidFill>
              </a:rPr>
              <a:t>Cancelled</a:t>
            </a:r>
            <a:endParaRPr lang="en-US" sz="17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while still pending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46120" y="2171700"/>
            <a:ext cx="16184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33488" y="2171700"/>
            <a:ext cx="16184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11680" y="2697480"/>
            <a:ext cx="0" cy="5029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2697480"/>
            <a:ext cx="1737360" cy="5029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154680"/>
          <a:ext cx="53766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2450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On approve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On complete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New device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nothing yet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Pick an available device to assign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Repair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Device to In repair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Back to employee, stock, damaged or retired; optional replacement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Damage report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Device to Damaged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Same choices as repair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Lost report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Device to Lost; holder cleared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Stays lost, found (stock) or retired; optional replacement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Return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nothing yet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Device back to stock with its condition</a:t>
                      </a:r>
                      <a:endParaRPr lang="en-US" sz="115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82296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 open request per device at a time.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92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Every step is stamped with who did it and when, and appears in the request's log and the audit log.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Filing a request</a:t>
            </a:r>
            <a:endParaRPr lang="en-US" sz="3000" dirty="0"/>
          </a:p>
        </p:txBody>
      </p:sp>
      <p:sp>
        <p:nvSpPr>
          <p:cNvPr id="3" name="Frame 11-request-form"/>
          <p:cNvSpPr/>
          <p:nvPr/>
        </p:nvSpPr>
        <p:spPr>
          <a:xfrm>
            <a:off x="484632" y="1261872"/>
            <a:ext cx="7717536" cy="4871466"/>
          </a:xfrm>
          <a:prstGeom prst="roundRect">
            <a:avLst>
              <a:gd name="adj" fmla="val 1877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11-request-form" descr="New Request form with employee snap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589520" cy="4743450"/>
          </a:xfrm>
          <a:prstGeom prst="rect">
            <a:avLst/>
          </a:prstGeom>
        </p:spPr>
      </p:pic>
      <p:sp>
        <p:nvSpPr>
          <p:cNvPr id="5" name="Marker 1"/>
          <p:cNvSpPr txBox="1"/>
          <p:nvPr/>
        </p:nvSpPr>
        <p:spPr>
          <a:xfrm>
            <a:off x="2621402" y="2214677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Marker 2"/>
          <p:cNvSpPr txBox="1"/>
          <p:nvPr/>
        </p:nvSpPr>
        <p:spPr>
          <a:xfrm>
            <a:off x="2811140" y="2670048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Marker 3"/>
          <p:cNvSpPr txBox="1"/>
          <p:nvPr/>
        </p:nvSpPr>
        <p:spPr>
          <a:xfrm>
            <a:off x="2515149" y="3604508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Marker 4"/>
          <p:cNvSpPr txBox="1"/>
          <p:nvPr/>
        </p:nvSpPr>
        <p:spPr>
          <a:xfrm>
            <a:off x="7121987" y="1915839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13716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942832" y="135331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Employee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942832" y="1682496"/>
            <a:ext cx="2715768" cy="235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Search by name or ID.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211867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942832" y="210039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Request type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942832" y="2429574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New device, Repair, Damage, Lost or Return.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3064193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942832" y="3045905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Device and details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942832" y="3375089"/>
            <a:ext cx="271576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Pick their device (or the type needed), priority, incident date for damage/lost, and the reason.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4208145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942832" y="4189857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Employee snapshot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942832" y="4519041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Their details and devices, to double-check before filing.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Reviewing: approve or reject</a:t>
            </a:r>
            <a:endParaRPr lang="en-US" sz="3000" dirty="0"/>
          </a:p>
        </p:txBody>
      </p:sp>
      <p:sp>
        <p:nvSpPr>
          <p:cNvPr id="3" name="Frame 13-request-review"/>
          <p:cNvSpPr/>
          <p:nvPr/>
        </p:nvSpPr>
        <p:spPr>
          <a:xfrm>
            <a:off x="484632" y="1307592"/>
            <a:ext cx="7077456" cy="4471416"/>
          </a:xfrm>
          <a:prstGeom prst="roundRect">
            <a:avLst>
              <a:gd name="adj" fmla="val 2045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13-request-review" descr="Pending request with Review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095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 THE REVIEW PANEL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764792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Approve, with optional remarks; repair, damage and lost reports update the device straight away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Reject, with the reason (required)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Cancel Request (top right) withdraws a pending request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High-priority requests sit at the top of the Requests list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Completing a request</a:t>
            </a:r>
            <a:endParaRPr lang="en-US" sz="3000" dirty="0"/>
          </a:p>
        </p:txBody>
      </p:sp>
      <p:sp>
        <p:nvSpPr>
          <p:cNvPr id="3" name="Frame 14-request-complete"/>
          <p:cNvSpPr/>
          <p:nvPr/>
        </p:nvSpPr>
        <p:spPr>
          <a:xfrm>
            <a:off x="484632" y="1307592"/>
            <a:ext cx="7077456" cy="4471416"/>
          </a:xfrm>
          <a:prstGeom prst="roundRect">
            <a:avLst>
              <a:gd name="adj" fmla="val 2045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14-request-complete" descr="Approved request with Complete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095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 THE COMPLETE PANEL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764792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Choose the outcome for the device (e.g. fixed and returned, back to stock, retire)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Record its condition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Optionally issue a replacement from available stock (the employee's company is listed first)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Mark as Completed; history and audit log update automatically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Requests for your own devices</a:t>
            </a:r>
            <a:endParaRPr lang="en-US" sz="3000" dirty="0"/>
          </a:p>
        </p:txBody>
      </p:sp>
      <p:sp>
        <p:nvSpPr>
          <p:cNvPr id="3" name="Frame 15-own-request"/>
          <p:cNvSpPr/>
          <p:nvPr/>
        </p:nvSpPr>
        <p:spPr>
          <a:xfrm>
            <a:off x="484632" y="1307592"/>
            <a:ext cx="7077456" cy="4471416"/>
          </a:xfrm>
          <a:prstGeom prst="roundRect">
            <a:avLst>
              <a:gd name="adj" fmla="val 2045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15-own-request" descr="Admin viewing a request for their own dev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417320"/>
            <a:ext cx="685800" cy="6858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010" y="158877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1463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Separation of duties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909560" y="237744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Admins can file requests for themselves, but cannot approve, reject or complete them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Another admin or the Super Admin must handle it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The approve buttons are hidden and the system refuses the action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834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05  Audit &amp; administration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The audit log for everyone; master data and accounts for the Super Admin.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052560" y="210312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audit log</a:t>
            </a:r>
            <a:endParaRPr lang="en-US" sz="3000" dirty="0"/>
          </a:p>
        </p:txBody>
      </p:sp>
      <p:sp>
        <p:nvSpPr>
          <p:cNvPr id="3" name="Frame 16-audit-logs"/>
          <p:cNvSpPr/>
          <p:nvPr/>
        </p:nvSpPr>
        <p:spPr>
          <a:xfrm>
            <a:off x="484632" y="1261872"/>
            <a:ext cx="7717536" cy="4871466"/>
          </a:xfrm>
          <a:prstGeom prst="roundRect">
            <a:avLst>
              <a:gd name="adj" fmla="val 1877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16-audit-logs" descr="Audit 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589520" cy="4743450"/>
          </a:xfrm>
          <a:prstGeom prst="rect">
            <a:avLst/>
          </a:prstGeom>
        </p:spPr>
      </p:pic>
      <p:sp>
        <p:nvSpPr>
          <p:cNvPr id="5" name="Marker 1"/>
          <p:cNvSpPr txBox="1"/>
          <p:nvPr/>
        </p:nvSpPr>
        <p:spPr>
          <a:xfrm>
            <a:off x="2492380" y="1934813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Marker 2"/>
          <p:cNvSpPr txBox="1"/>
          <p:nvPr/>
        </p:nvSpPr>
        <p:spPr>
          <a:xfrm>
            <a:off x="3570092" y="3035294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Marker 3"/>
          <p:cNvSpPr txBox="1"/>
          <p:nvPr/>
        </p:nvSpPr>
        <p:spPr>
          <a:xfrm>
            <a:off x="6013917" y="3969753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Marker 4"/>
          <p:cNvSpPr txBox="1"/>
          <p:nvPr/>
        </p:nvSpPr>
        <p:spPr>
          <a:xfrm>
            <a:off x="6856354" y="1536363"/>
            <a:ext cx="347472" cy="34747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50800" dist="12700" dir="5400000">
              <a:srgbClr val="0F172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13716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942832" y="135331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Filters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942832" y="1682496"/>
            <a:ext cx="271576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Search text, action, user and a date range, then Filter. X clears them.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2515553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942832" y="2497265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Grouped by day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942832" y="2826449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Each entry: time, user and a colour-coded action.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346106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942832" y="344278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Related to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942832" y="3771964"/>
            <a:ext cx="2715768" cy="63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Click the device, employee or request chip to open it. "View changes" shows old to new values.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46050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942832" y="458673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Export CSV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942832" y="4915916"/>
            <a:ext cx="2715768" cy="4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Downloads exactly what the filters show, for audits and reports.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Master data: companies and device types</a:t>
            </a:r>
            <a:endParaRPr lang="en-US" sz="3000" dirty="0"/>
          </a:p>
        </p:txBody>
      </p:sp>
      <p:sp>
        <p:nvSpPr>
          <p:cNvPr id="3" name="Frame 17-master-companies"/>
          <p:cNvSpPr/>
          <p:nvPr/>
        </p:nvSpPr>
        <p:spPr>
          <a:xfrm>
            <a:off x="484632" y="1307592"/>
            <a:ext cx="5477256" cy="3471291"/>
          </a:xfrm>
          <a:prstGeom prst="roundRect">
            <a:avLst>
              <a:gd name="adj" fmla="val 2634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17-master-companies" descr="Master Data: Compan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49240" cy="3343275"/>
          </a:xfrm>
          <a:prstGeom prst="rect">
            <a:avLst/>
          </a:prstGeom>
        </p:spPr>
      </p:pic>
      <p:sp>
        <p:nvSpPr>
          <p:cNvPr id="5" name="Frame 18-master-types"/>
          <p:cNvSpPr/>
          <p:nvPr/>
        </p:nvSpPr>
        <p:spPr>
          <a:xfrm>
            <a:off x="6227064" y="1307592"/>
            <a:ext cx="5477256" cy="3471291"/>
          </a:xfrm>
          <a:prstGeom prst="roundRect">
            <a:avLst>
              <a:gd name="adj" fmla="val 2634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6" name="Screenshot 18-master-types" descr="Master Data: Device typ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371600"/>
            <a:ext cx="5349240" cy="33432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012680" y="530352"/>
            <a:ext cx="1600200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 ADMIN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8920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COMPANIES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193792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Add each company of the group with a short code (AHI, ASG...), country and address. Deactivate instead of deleting.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6291072" y="48920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DEVICE TYPES AND ASSET TAGS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291072" y="5193792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Each type has a tag prefix (LT gives LT-0001...) and flags for computer specs and IMEI. A new prefix affects only new devices.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Master data: dropdown lists</a:t>
            </a:r>
            <a:endParaRPr lang="en-US" sz="3000" dirty="0"/>
          </a:p>
        </p:txBody>
      </p:sp>
      <p:sp>
        <p:nvSpPr>
          <p:cNvPr id="3" name="Frame 19-master-lists"/>
          <p:cNvSpPr/>
          <p:nvPr/>
        </p:nvSpPr>
        <p:spPr>
          <a:xfrm>
            <a:off x="484632" y="1307592"/>
            <a:ext cx="7077456" cy="4471416"/>
          </a:xfrm>
          <a:prstGeom prst="roundRect">
            <a:avLst>
              <a:gd name="adj" fmla="val 2045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19-master-lists" descr="Master Data: Models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12680" y="530352"/>
            <a:ext cx="1600200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 ADMIN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41732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Pick a list on the left: brands, models, processors, memory, storage, OS, colours, suppliers, spec names, departments, positions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Add: type the value (models also need their brand), then Add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Rename: edit and Save; every device or employee using it is updated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Deactivate: switch off to hide it from dropdowns; records keep it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Delete: only when "In use" is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User accounts</a:t>
            </a:r>
            <a:endParaRPr lang="en-US" sz="3000" dirty="0"/>
          </a:p>
        </p:txBody>
      </p:sp>
      <p:sp>
        <p:nvSpPr>
          <p:cNvPr id="3" name="Frame 20-users"/>
          <p:cNvSpPr/>
          <p:nvPr/>
        </p:nvSpPr>
        <p:spPr>
          <a:xfrm>
            <a:off x="484632" y="1307592"/>
            <a:ext cx="7077456" cy="4471416"/>
          </a:xfrm>
          <a:prstGeom prst="roundRect">
            <a:avLst>
              <a:gd name="adj" fmla="val 2045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20-users" descr="User Accou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12680" y="530352"/>
            <a:ext cx="1600200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 ADMIN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41732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New Account: pick the staff member's employee record to fill in name and email, choose a role, set a password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Edit to change role, reset the password (leave blank to keep it) or disable the account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Disable leavers; never share accounts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You cannot remove your own Super Admin role or disable yourself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834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06  Tips &amp; help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Dark mode, phones, and answers to common questions.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052560" y="210312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Dark mode and phones</a:t>
            </a:r>
            <a:endParaRPr lang="en-US" sz="3000" dirty="0"/>
          </a:p>
        </p:txBody>
      </p:sp>
      <p:sp>
        <p:nvSpPr>
          <p:cNvPr id="3" name="Frame 21-dark-dashboard"/>
          <p:cNvSpPr/>
          <p:nvPr/>
        </p:nvSpPr>
        <p:spPr>
          <a:xfrm>
            <a:off x="484632" y="1307592"/>
            <a:ext cx="7351776" cy="4642866"/>
          </a:xfrm>
          <a:prstGeom prst="roundRect">
            <a:avLst>
              <a:gd name="adj" fmla="val 1969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4" name="Screenshot 21-dark-dashboard" descr="Dashboard in dark m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223760" cy="4514850"/>
          </a:xfrm>
          <a:prstGeom prst="rect">
            <a:avLst/>
          </a:prstGeom>
        </p:spPr>
      </p:pic>
      <p:sp>
        <p:nvSpPr>
          <p:cNvPr id="5" name="Frame 22-mobile"/>
          <p:cNvSpPr/>
          <p:nvPr/>
        </p:nvSpPr>
        <p:spPr>
          <a:xfrm>
            <a:off x="8485632" y="1307592"/>
            <a:ext cx="2368296" cy="4976212"/>
          </a:xfrm>
          <a:prstGeom prst="roundRect">
            <a:avLst>
              <a:gd name="adj" fmla="val 3861"/>
            </a:avLst>
          </a:prstGeom>
          <a:solidFill>
            <a:schemeClr val="bg1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0000"/>
              </a:srgbClr>
            </a:outerShdw>
          </a:effectLst>
        </p:spPr>
      </p:sp>
      <p:pic>
        <p:nvPicPr>
          <p:cNvPr id="6" name="Screenshot 22-mobile" descr="Dashboard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371600"/>
            <a:ext cx="2240280" cy="48481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9893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Dark mode follows your computer's setting; the moon/sun button switches it.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Common questions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to do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The value I need is not in a dropdown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Ask the Super Admin to add it in Master Data (or check the spelling, since lists search as you type).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"Access restricted" page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That page is for the Super Admin only.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"Session expired" page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You were idle too long. Go back, refresh the page and try again.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I can't approve a request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It is for your own devices, or it is no longer pending. Ask another admin.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A device is missing from the Assign list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Only Available devices can be assigned. Return it or change its status first.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A list looks too short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Check "Viewing company" in the menu; switch to "All companies".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I made a mistake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Edit the device or employee. The audit log keeps both the old and new values.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Need help?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Contact your IT Super Admin for accounts, new dropdown values, companies and device types.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5B4FC"/>
                </a:solidFill>
              </a:rPr>
              <a:t>QUICK REFERENCE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0" y="2011680"/>
            <a:ext cx="4937760" cy="603504"/>
          </a:xfrm>
          <a:prstGeom prst="roundRect">
            <a:avLst>
              <a:gd name="adj" fmla="val 15152"/>
            </a:avLst>
          </a:prstGeom>
          <a:solidFill>
            <a:srgbClr val="1E2750"/>
          </a:solidFill>
          <a:ln w="12700">
            <a:solidFill>
              <a:srgbClr val="2D3A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03720" y="201168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 a device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</a:rPr>
              <a:t>Devices &gt; Log Device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761488"/>
            <a:ext cx="4937760" cy="603504"/>
          </a:xfrm>
          <a:prstGeom prst="roundRect">
            <a:avLst>
              <a:gd name="adj" fmla="val 15152"/>
            </a:avLst>
          </a:prstGeom>
          <a:solidFill>
            <a:srgbClr val="1E2750"/>
          </a:solidFill>
          <a:ln w="12700">
            <a:solidFill>
              <a:srgbClr val="2D3A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03720" y="276148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Hand a device out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27614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</a:rPr>
              <a:t>Device page &gt; Assign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3511296"/>
            <a:ext cx="4937760" cy="603504"/>
          </a:xfrm>
          <a:prstGeom prst="roundRect">
            <a:avLst>
              <a:gd name="adj" fmla="val 15152"/>
            </a:avLst>
          </a:prstGeom>
          <a:solidFill>
            <a:srgbClr val="1E2750"/>
          </a:solidFill>
          <a:ln w="12700">
            <a:solidFill>
              <a:srgbClr val="2D3A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03720" y="351129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Report a problem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351129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</a:rPr>
              <a:t>New Request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4261104"/>
            <a:ext cx="4937760" cy="603504"/>
          </a:xfrm>
          <a:prstGeom prst="roundRect">
            <a:avLst>
              <a:gd name="adj" fmla="val 15152"/>
            </a:avLst>
          </a:prstGeom>
          <a:solidFill>
            <a:srgbClr val="1E2750"/>
          </a:solidFill>
          <a:ln w="12700">
            <a:solidFill>
              <a:srgbClr val="2D3A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4261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Find who had a device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42611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</a:rPr>
              <a:t>Device page &gt; history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5010912"/>
            <a:ext cx="4937760" cy="603504"/>
          </a:xfrm>
          <a:prstGeom prst="roundRect">
            <a:avLst>
              <a:gd name="adj" fmla="val 15152"/>
            </a:avLst>
          </a:prstGeom>
          <a:solidFill>
            <a:srgbClr val="1E2750"/>
          </a:solidFill>
          <a:ln w="12700">
            <a:solidFill>
              <a:srgbClr val="2D3A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501091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Check what happened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50109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</a:rPr>
              <a:t>Audit Logs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Inventory">
  <a:themeElements>
    <a:clrScheme name="IT Inventory">
      <a:dk1>
        <a:srgbClr val="0F172A"/>
      </a:dk1>
      <a:lt1>
        <a:srgbClr val="FFFFFF"/>
      </a:lt1>
      <a:dk2>
        <a:srgbClr val="141B34"/>
      </a:dk2>
      <a:lt2>
        <a:srgbClr val="F4F5FB"/>
      </a:lt2>
      <a:accent1>
        <a:srgbClr val="4F46E5"/>
      </a:accent1>
      <a:accent2>
        <a:srgbClr val="10B981"/>
      </a:accent2>
      <a:accent3>
        <a:srgbClr val="0EA5E9"/>
      </a:accent3>
      <a:accent4>
        <a:srgbClr val="F59E0B"/>
      </a:accent4>
      <a:accent5>
        <a:srgbClr val="F43F5E"/>
      </a:accent5>
      <a:accent6>
        <a:srgbClr val="A78BFA"/>
      </a:accent6>
      <a:hlink>
        <a:srgbClr val="4F46E5"/>
      </a:hlink>
      <a:folHlink>
        <a:srgbClr val="4338CA"/>
      </a:folHlink>
    </a:clrScheme>
    <a:fontScheme name="IT Inventor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IT Support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Inventory - User Guide</dc:title>
  <dc:subject>How to use the IT Inventory system</dc:subject>
  <dc:creator>IT Support</dc:creator>
  <cp:lastModifiedBy>IT Support</cp:lastModifiedBy>
  <cp:revision>1</cp:revision>
  <dcterms:created xsi:type="dcterms:W3CDTF">2026-10-23T09:49:54Z</dcterms:created>
  <dcterms:modified xsi:type="dcterms:W3CDTF">2026-10-23T09:49:54Z</dcterms:modified>
</cp:coreProperties>
</file>